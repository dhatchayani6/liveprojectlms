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CBF31-EEFA-E3CB-2A98-4E83427F9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D9098-B692-F92F-5A1A-DE67E2217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A94EB-F07F-2761-AFC9-61E50BA3B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A0B2-4874-4CF8-A82C-87FEFD4C7D96}" type="datetimeFigureOut">
              <a:rPr lang="en-IN" smtClean="0"/>
              <a:t>13-06-2022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4A3B5-E8A4-325C-7C12-CA4276E8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345F-B4F9-AC50-9EEA-34544A86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DB72-EA68-4036-B7FD-2B8F5B9F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007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73449-511D-5E38-50FE-65FD1C086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A1995-0BF9-ADA9-DE23-97C81A37F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1F635-4325-56F9-2C13-44196DD2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A0B2-4874-4CF8-A82C-87FEFD4C7D96}" type="datetimeFigureOut">
              <a:rPr lang="en-IN" smtClean="0"/>
              <a:t>13-06-2022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E41DB-49D8-7691-A912-723CCD2D8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458EA-6970-7D5B-9FC4-3718C7942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DB72-EA68-4036-B7FD-2B8F5B9F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41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0EF06-183D-5981-73EA-58FC9F1A4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495E7-397F-2B7A-DBC4-C739F193E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AF20F-1EA0-8F28-238B-EC9BB6BA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A0B2-4874-4CF8-A82C-87FEFD4C7D96}" type="datetimeFigureOut">
              <a:rPr lang="en-IN" smtClean="0"/>
              <a:t>13-06-2022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17694-F2B3-D3C9-6A46-CB7649B2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E9E83-B01D-3C2A-69DA-046C554A3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DB72-EA68-4036-B7FD-2B8F5B9F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935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E33AA-CF66-3EFA-0686-01EBB69E1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43E07-A888-26B5-A559-DDDB93808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E25B2-0E1D-02E4-D475-285AE79F2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3CDBE-9FFB-A7CC-A697-C3412B487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A0B2-4874-4CF8-A82C-87FEFD4C7D96}" type="datetimeFigureOut">
              <a:rPr lang="en-IN" smtClean="0"/>
              <a:t>13-06-2022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80528-90B2-DADE-375B-EA6706DD1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34163-009A-6F59-2FF3-DC6C58D0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DB72-EA68-4036-B7FD-2B8F5B9F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049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E1141-18C3-9510-7D9B-2031FABE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05ECE-0FB5-B713-1B4F-E27C21C62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41001-A3B1-0EBD-4E58-EFC3A3A90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4DB52-9FF0-713B-3C50-5069E4EB1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D1C84-DE4F-D9F5-78EA-44DF458CF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1B49C-FF77-A992-0426-A5B54BD1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A0B2-4874-4CF8-A82C-87FEFD4C7D96}" type="datetimeFigureOut">
              <a:rPr lang="en-IN" smtClean="0"/>
              <a:t>13-06-2022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2B650-33E5-C7DA-0034-F2DAF854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F2EAF7-83E4-1C07-5F82-E680AAEF9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DB72-EA68-4036-B7FD-2B8F5B9F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562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8DCF-3C09-EDAE-0800-20A6402B2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5D89F-C5D3-180D-95B8-53BF3CD1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A0B2-4874-4CF8-A82C-87FEFD4C7D96}" type="datetimeFigureOut">
              <a:rPr lang="en-IN" smtClean="0"/>
              <a:t>13-06-2022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C462E-176B-1D60-61C8-D332AC53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53D0B-A24C-B24A-1E70-8B5423F78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DB72-EA68-4036-B7FD-2B8F5B9F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388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530A7-E483-2496-2629-9E21182AD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A0B2-4874-4CF8-A82C-87FEFD4C7D96}" type="datetimeFigureOut">
              <a:rPr lang="en-IN" smtClean="0"/>
              <a:t>13-06-2022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25D373-6C48-FB2F-3E13-04AE2FF81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4B001-85ED-3F2C-CB53-544173888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DB72-EA68-4036-B7FD-2B8F5B9F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397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4BE6-E796-F7DA-6EE9-62CBEF440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043B3-43A8-83CF-7D1E-549C0B872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E27E9-B409-F7D0-7D3F-47ACCCAD8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7B491-4D8A-35F5-A4FA-38F6D094F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A0B2-4874-4CF8-A82C-87FEFD4C7D96}" type="datetimeFigureOut">
              <a:rPr lang="en-IN" smtClean="0"/>
              <a:t>13-06-2022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B1BE1-DE33-A644-24D6-50C2C88E8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FBCCE-F190-3687-4C1F-94681E7A1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DB72-EA68-4036-B7FD-2B8F5B9F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650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EF9F-2D79-AE8B-7C5A-F3A2E528C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00B5BD-D29F-D3C5-1DBC-B0250AD9B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04B0F-8EB4-7FC0-AB2D-4DAD08EAE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4292A-970D-6944-CE80-DE47E78AB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A0B2-4874-4CF8-A82C-87FEFD4C7D96}" type="datetimeFigureOut">
              <a:rPr lang="en-IN" smtClean="0"/>
              <a:t>13-06-2022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86D64-59C6-C0A5-183D-8930B2C3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A7748-5AD7-00CB-F621-2B34B4B7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DB72-EA68-4036-B7FD-2B8F5B9F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09E2D-18D2-3D16-E439-E2D7D6B4D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A89FC-1A1F-F881-A6B0-EB78A3FBA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4074A-1363-3769-E330-6E3DB9CA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A0B2-4874-4CF8-A82C-87FEFD4C7D96}" type="datetimeFigureOut">
              <a:rPr lang="en-IN" smtClean="0"/>
              <a:t>13-06-2022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4E622-5693-2059-D3AD-5AA08C1C0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ED5D4-45D3-3272-F5DA-CEA5BEFE2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DB72-EA68-4036-B7FD-2B8F5B9F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638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384FDD-4944-7BCB-17C4-2B8A32519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45316-C117-2313-4DE0-23DEF165D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E72F5-35FB-3FB9-38C9-FD6378DB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DA0B2-4874-4CF8-A82C-87FEFD4C7D96}" type="datetimeFigureOut">
              <a:rPr lang="en-IN" smtClean="0"/>
              <a:t>13-06-2022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9A395-7720-AD96-5B75-411559B9C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EF0C6-0D9F-F7C7-53ED-B022660D1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1DB72-EA68-4036-B7FD-2B8F5B9F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076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B2CCED-9088-BDFB-620B-EFD669488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0A822-39EE-A2EE-FD01-AFCCB1109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D1B63-E78F-4E5B-C830-574576A3F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DA0B2-4874-4CF8-A82C-87FEFD4C7D96}" type="datetimeFigureOut">
              <a:rPr lang="en-IN" smtClean="0"/>
              <a:t>13-06-2022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764B0-49D9-4C34-8189-5C6D1B7B7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95573-32B5-6B9B-A9FE-D3CE09644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1DB72-EA68-4036-B7FD-2B8F5B9F7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494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7F3EA-4B05-0E5B-F165-2DD1ED75D7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REST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6D8595-B8C5-C7C3-E251-DEB7565CED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841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2AEA-B27D-6BCE-C473-A9E3D949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654FE-1C51-C075-C480-A42A01C3D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 rtl="0"/>
            <a:r>
              <a:rPr lang="en-US" b="1" i="0" dirty="0">
                <a:solidFill>
                  <a:srgbClr val="282829"/>
                </a:solidFill>
                <a:effectLst/>
                <a:latin typeface="-apple-system"/>
              </a:rPr>
              <a:t>REST</a:t>
            </a:r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 is a shorthand for Representational State Transfer. It describes an architecture which is used for the purpose of web API’s for data communication.</a:t>
            </a:r>
          </a:p>
          <a:p>
            <a:pPr algn="l" rtl="0"/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It also supports some of the common HTTP methods to make interaction between the machines or applications.</a:t>
            </a:r>
          </a:p>
          <a:p>
            <a:pPr algn="l" rtl="0"/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Some of the HTTP methods that are commonly used in REST architecture are:</a:t>
            </a:r>
          </a:p>
          <a:p>
            <a:pPr algn="l" rtl="0"/>
            <a:r>
              <a:rPr lang="en-US" b="1" i="0" dirty="0">
                <a:solidFill>
                  <a:srgbClr val="282829"/>
                </a:solidFill>
                <a:effectLst/>
                <a:latin typeface="-apple-system"/>
              </a:rPr>
              <a:t>GET - </a:t>
            </a:r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It</a:t>
            </a:r>
            <a:r>
              <a:rPr lang="en-US" b="1" i="0" dirty="0">
                <a:solidFill>
                  <a:srgbClr val="282829"/>
                </a:solidFill>
                <a:effectLst/>
                <a:latin typeface="-apple-system"/>
              </a:rPr>
              <a:t> </a:t>
            </a:r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returns the records or you can say the data that you feed in. So GET is used to retrieve a resource.</a:t>
            </a:r>
          </a:p>
          <a:p>
            <a:pPr algn="l" rtl="0"/>
            <a:r>
              <a:rPr lang="en-US" b="1" i="0" dirty="0">
                <a:solidFill>
                  <a:srgbClr val="282829"/>
                </a:solidFill>
                <a:effectLst/>
                <a:latin typeface="-apple-system"/>
              </a:rPr>
              <a:t>PUT - </a:t>
            </a:r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It is used to change the state, or update a resource, which can be an object, file or block.</a:t>
            </a:r>
          </a:p>
          <a:p>
            <a:pPr algn="l" rtl="0"/>
            <a:r>
              <a:rPr lang="en-US" b="1" i="0" dirty="0">
                <a:solidFill>
                  <a:srgbClr val="282829"/>
                </a:solidFill>
                <a:effectLst/>
                <a:latin typeface="-apple-system"/>
              </a:rPr>
              <a:t>POST - </a:t>
            </a:r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It is used to create that resource.</a:t>
            </a:r>
          </a:p>
          <a:p>
            <a:pPr algn="l" rtl="0"/>
            <a:r>
              <a:rPr lang="en-US" b="1" i="0" dirty="0">
                <a:solidFill>
                  <a:srgbClr val="282829"/>
                </a:solidFill>
                <a:effectLst/>
                <a:latin typeface="-apple-system"/>
              </a:rPr>
              <a:t>DELETE - </a:t>
            </a:r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It is used to remove a particular resource.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3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1B7D2-AF61-7928-5AB3-CFB8F207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 FRAMEWORK: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95FF4-D63A-1B96-DCF0-2E44F03CE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Open Sans" panose="020B0606030504020204" pitchFamily="34" charset="0"/>
              </a:rPr>
              <a:t>Django Rest Framework lets you create RESTful APIs: A way to transfer information between an interface and a database in a simple way.</a:t>
            </a:r>
          </a:p>
          <a:p>
            <a:pPr algn="l"/>
            <a:r>
              <a:rPr lang="en-US" b="0" i="0" dirty="0">
                <a:effectLst/>
                <a:latin typeface="Open Sans" panose="020B0606030504020204" pitchFamily="34" charset="0"/>
              </a:rPr>
              <a:t>It separates user interface and data storage and communicates user and database sending a .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json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file.</a:t>
            </a:r>
          </a:p>
          <a:p>
            <a:pPr algn="l"/>
            <a:r>
              <a:rPr lang="en-US" b="0" i="0" dirty="0">
                <a:effectLst/>
                <a:latin typeface="Open Sans" panose="020B0606030504020204" pitchFamily="34" charset="0"/>
              </a:rPr>
              <a:t>Think about the last time you were shopping online: Do you remember that each article had the same structure but had different information?</a:t>
            </a:r>
          </a:p>
          <a:p>
            <a:pPr algn="l"/>
            <a:r>
              <a:rPr lang="en-US" b="0" i="0" dirty="0">
                <a:effectLst/>
                <a:latin typeface="Open Sans" panose="020B0606030504020204" pitchFamily="34" charset="0"/>
              </a:rPr>
              <a:t>They created the structure using HTML and CSS, and then used an API to populate each article.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4645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225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-apple-system</vt:lpstr>
      <vt:lpstr>Arial</vt:lpstr>
      <vt:lpstr>Calibri</vt:lpstr>
      <vt:lpstr>Calibri Light</vt:lpstr>
      <vt:lpstr>Open Sans</vt:lpstr>
      <vt:lpstr>Office Theme</vt:lpstr>
      <vt:lpstr>REST Framework</vt:lpstr>
      <vt:lpstr>What is REST</vt:lpstr>
      <vt:lpstr>REST FRAMEWORK: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Framework</dc:title>
  <dc:creator>clarence praison</dc:creator>
  <cp:lastModifiedBy>clarence praison</cp:lastModifiedBy>
  <cp:revision>1</cp:revision>
  <dcterms:created xsi:type="dcterms:W3CDTF">2022-06-13T14:36:54Z</dcterms:created>
  <dcterms:modified xsi:type="dcterms:W3CDTF">2022-06-13T14:40:07Z</dcterms:modified>
</cp:coreProperties>
</file>